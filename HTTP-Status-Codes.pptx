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3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gerian" panose="04020705040A02060702" pitchFamily="82" charset="0"/>
      <p:regular r:id="rId13"/>
    </p:embeddedFont>
    <p:embeddedFont>
      <p:font typeface="Arial Black" panose="020B0A04020102020204" pitchFamily="34" charset="0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Gill Sans MT" panose="020B0502020104020203" pitchFamily="34" charset="0"/>
      <p:regular r:id="rId19"/>
      <p:bold r:id="rId20"/>
      <p:italic r:id="rId21"/>
      <p:boldItalic r:id="rId22"/>
    </p:embeddedFont>
    <p:embeddedFont>
      <p:font typeface="Microsoft YaHei UI" panose="020B0503020204020204" pitchFamily="34" charset="-122"/>
      <p:regular r:id="rId23"/>
      <p:bold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8" d="100"/>
          <a:sy n="38" d="100"/>
        </p:scale>
        <p:origin x="5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9372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1335" y="962758"/>
            <a:ext cx="10364488" cy="3049717"/>
          </a:xfrm>
        </p:spPr>
        <p:txBody>
          <a:bodyPr bIns="0" anchor="b">
            <a:normAutofit/>
          </a:bodyPr>
          <a:lstStyle>
            <a:lvl1pPr algn="l">
              <a:defRPr sz="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01336" y="4237446"/>
            <a:ext cx="10364486" cy="117314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160" b="0" cap="all" baseline="0">
                <a:solidFill>
                  <a:schemeClr val="tx1"/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9801" y="395169"/>
            <a:ext cx="5968698" cy="3710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5197" y="958767"/>
            <a:ext cx="973223" cy="60429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901336" y="4234250"/>
            <a:ext cx="1036448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9095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2475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087" y="2107356"/>
            <a:ext cx="10371785" cy="2265540"/>
          </a:xfrm>
        </p:spPr>
        <p:txBody>
          <a:bodyPr anchor="b">
            <a:normAutofit/>
          </a:bodyPr>
          <a:lstStyle>
            <a:lvl1pPr algn="l"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5087" y="4567435"/>
            <a:ext cx="10356535" cy="1215515"/>
          </a:xfrm>
        </p:spPr>
        <p:txBody>
          <a:bodyPr tIns="91440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45087" y="4565982"/>
            <a:ext cx="103565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01367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061" y="965867"/>
            <a:ext cx="11526762" cy="12711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6797" y="2413054"/>
            <a:ext cx="5574182" cy="41383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96525" y="2420812"/>
            <a:ext cx="5574182" cy="4129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68302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6630" y="964996"/>
            <a:ext cx="11529193" cy="12675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6629" y="2423459"/>
            <a:ext cx="5574182" cy="9623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6629" y="3389124"/>
            <a:ext cx="5574182" cy="31733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94835" y="2427604"/>
            <a:ext cx="5574182" cy="962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94835" y="3385790"/>
            <a:ext cx="5574182" cy="31648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26704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738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3176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06" y="958768"/>
            <a:ext cx="3927719" cy="2696540"/>
          </a:xfrm>
        </p:spPr>
        <p:txBody>
          <a:bodyPr anchor="b">
            <a:normAutofit/>
          </a:bodyPr>
          <a:lstStyle>
            <a:lvl1pPr algn="l"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2457" y="958769"/>
            <a:ext cx="7214964" cy="559059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06" y="3846590"/>
            <a:ext cx="3930016" cy="2697817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737936" y="3846589"/>
            <a:ext cx="392338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59018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8972865" y="578605"/>
            <a:ext cx="4889440" cy="617892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447" y="1355416"/>
            <a:ext cx="6638794" cy="2196701"/>
          </a:xfrm>
        </p:spPr>
        <p:txBody>
          <a:bodyPr anchor="b">
            <a:normAutofit/>
          </a:bodyPr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49268" y="1347051"/>
            <a:ext cx="3349405" cy="4639592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0395" y="3775191"/>
            <a:ext cx="6629285" cy="2404490"/>
          </a:xfrm>
        </p:spPr>
        <p:txBody>
          <a:bodyPr>
            <a:normAutofit/>
          </a:bodyPr>
          <a:lstStyle>
            <a:lvl1pPr marL="0" indent="0" algn="l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36859" y="6563828"/>
            <a:ext cx="6632821" cy="384148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36858" y="382369"/>
            <a:ext cx="6649205" cy="3851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36859" y="3772326"/>
            <a:ext cx="66328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1523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01708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26933" y="958768"/>
            <a:ext cx="1938890" cy="559186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3606" y="958768"/>
            <a:ext cx="9394596" cy="55918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1326933" y="958768"/>
            <a:ext cx="0" cy="559186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1882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535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038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30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078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7395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230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83171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4472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10800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619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423372"/>
            <a:ext cx="14630400" cy="49271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351776"/>
            <a:ext cx="14630400" cy="8915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41895" y="965423"/>
            <a:ext cx="11523930" cy="12590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1895" y="2418879"/>
            <a:ext cx="11523930" cy="4140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4966" y="396445"/>
            <a:ext cx="4200858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1895" y="395169"/>
            <a:ext cx="7126603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6073" y="958767"/>
            <a:ext cx="973223" cy="6042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36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354096"/>
            <a:ext cx="146304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915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  <p:sldLayoutId id="2147483947" r:id="rId13"/>
    <p:sldLayoutId id="2147483948" r:id="rId14"/>
    <p:sldLayoutId id="2147483949" r:id="rId15"/>
    <p:sldLayoutId id="2147483950" r:id="rId16"/>
    <p:sldLayoutId id="2147483951" r:id="rId17"/>
    <p:sldLayoutId id="2147483952" r:id="rId18"/>
    <p:sldLayoutId id="2147483953" r:id="rId19"/>
    <p:sldLayoutId id="2147483954" r:id="rId20"/>
    <p:sldLayoutId id="2147483955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84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6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2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8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61153"/>
            <a:ext cx="60327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Algerian" panose="04020705040A02060702" pitchFamily="82" charset="0"/>
                <a:ea typeface="Inter Bold" pitchFamily="34" charset="-122"/>
                <a:cs typeface="Inter Bold" pitchFamily="34" charset="-120"/>
              </a:rPr>
              <a:t>Name: Mengot Dibran</a:t>
            </a:r>
            <a:endParaRPr lang="en-US" sz="4450" dirty="0">
              <a:latin typeface="Algerian" panose="04020705040A02060702" pitchFamily="8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360658"/>
            <a:ext cx="95439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Algerian" panose="04020705040A02060702" pitchFamily="82" charset="0"/>
                <a:ea typeface="Inter Bold" pitchFamily="34" charset="-122"/>
                <a:cs typeface="Inter Bold" pitchFamily="34" charset="-120"/>
              </a:rPr>
              <a:t>Department: software engineering</a:t>
            </a:r>
            <a:endParaRPr lang="en-US" sz="4450" dirty="0">
              <a:latin typeface="Algerian" panose="04020705040A02060702" pitchFamily="8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160163"/>
            <a:ext cx="74617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Algerian" panose="04020705040A02060702" pitchFamily="82" charset="0"/>
                <a:ea typeface="Inter Bold" pitchFamily="34" charset="-122"/>
                <a:cs typeface="Inter Bold" pitchFamily="34" charset="-120"/>
              </a:rPr>
              <a:t>Course: Web Programming</a:t>
            </a:r>
            <a:endParaRPr lang="en-US" sz="4450" dirty="0">
              <a:latin typeface="Algerian" panose="04020705040A02060702" pitchFamily="8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9596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Algerian" panose="04020705040A02060702" pitchFamily="82" charset="0"/>
                <a:ea typeface="Inter Bold" pitchFamily="34" charset="-122"/>
                <a:cs typeface="Inter Bold" pitchFamily="34" charset="-120"/>
              </a:rPr>
              <a:t>Level: 1</a:t>
            </a:r>
            <a:endParaRPr lang="en-US" sz="4450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67689"/>
            <a:ext cx="84271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What Are HTTP Status Codes?</a:t>
            </a:r>
            <a:endParaRPr lang="en-US" sz="445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630097"/>
            <a:ext cx="130428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3-digit numbers sent by server in every HTTP response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First digit = category (class)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Tell client: success? error? what next?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Defined mainly in RFC 9110 + extensions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Appear in browser dev tools, API logs, curl -i, etc.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676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The 5 Main Classes </a:t>
            </a:r>
            <a:endParaRPr lang="en-US" sz="445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630097"/>
            <a:ext cx="130428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1xx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Informational (rarely visible)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2xx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Success (what we want!)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3xx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Redirection (browser usually follows)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4xx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Client error (your fault / fix request)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5xx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Server error (their problem / try later)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5555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1xx Very technical – mostly handled by protocol layers</a:t>
            </a:r>
            <a:endParaRPr lang="en-US" sz="445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426744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100 Continue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Client: “I’m sending a big body — ok?” → Server: “Yes, go ahead”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101 Switching Protocols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Upgrading to WebSocket, HTTP/2, etc.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103 Early Hints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Server sends links/preloads before full response (performance)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89817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2xx Success – The Happy Codes</a:t>
            </a:r>
            <a:endParaRPr lang="en-US" sz="445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200 OK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Everything good + usually has body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201 Created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POST succeeded → new resource born (Location header often)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202 Accepted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Request accepted, processing later (async jobs, queues)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204 No Content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Success but deliberately empty body (DELETE, PATCH often)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82728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3xx Redirection – Where to go next</a:t>
            </a:r>
            <a:endParaRPr lang="en-US" sz="4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149090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301 Moved Permanently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URL changed forever (update links, SEO)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302 Found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/ </a:t>
            </a: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307 Temporary Redirect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Temporary move (keep original method with 307)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303 See Other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After POST, redirect to GET (common pattern)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304 Not Modified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Cache hit! (If-None-Match / If-Modified-Since)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110244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4xx Client Errors – You broke something</a:t>
            </a:r>
            <a:endParaRPr lang="en-US" sz="445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400 Bad Request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Generic: bad syntax, invalid JSON, wrong format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401 Unauthorized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Authentication needed / bad credentials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403 Forbidden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Authenticated but no permission (e.g. admin-only)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404 Not Found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Classic: resource/page gone/mistyped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73785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More Important 4xx Codes</a:t>
            </a:r>
            <a:endParaRPr lang="en-US" sz="445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405 Method Not Allowed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Wrong verb (GET on write endpoint, etc.)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409 Conflict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State mismatch (e.g. trying to create duplicate email)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429 Too Many Requests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Rate limit hit → slow down!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431 Request Header Fields Too Large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Headers too big (cookies, auth tokens…)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91557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5xx Server Errors – Not your fault</a:t>
            </a:r>
            <a:endParaRPr lang="en-US" sz="445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500 Internal Server Error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Generic crash / unexpected exception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502 Bad Gateway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Proxy/load balancer → upstream server died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503 Service Unavailable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Server down for maintenance / overload (Retry-After helpful)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504 Gateway Timeout</a:t>
            </a: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 → Upstream took too long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38294"/>
            <a:ext cx="13064490" cy="1398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Inter Bold" pitchFamily="34" charset="-120"/>
              </a:rPr>
              <a:t>Most Frequently Used Codes (Real-World Top 12)</a:t>
            </a:r>
            <a:endParaRPr lang="en-US" sz="4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2955" y="2477810"/>
            <a:ext cx="13064490" cy="5113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200  OK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2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404  Not Found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3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500  Internal Server Error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4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301  Moved Permanently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5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400  Bad Request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6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401  Unauthorized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7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403  Forbidden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8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429  Too Many Requests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9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201   Created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10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204  No Content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11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304  Not Modified</a:t>
            </a:r>
            <a:endParaRPr lang="en-US" sz="2000" dirty="0">
              <a:latin typeface="Arial Black" panose="020B0A04020102020204" pitchFamily="34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12"/>
            </a:pPr>
            <a:r>
              <a:rPr lang="en-US" sz="2000" dirty="0">
                <a:solidFill>
                  <a:srgbClr val="272525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503  Service Unavailable</a:t>
            </a:r>
            <a:endParaRPr lang="en-US" sz="2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83</TotalTime>
  <Words>518</Words>
  <Application>Microsoft Office PowerPoint</Application>
  <PresentationFormat>Custom</PresentationFormat>
  <Paragraphs>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Gill Sans MT</vt:lpstr>
      <vt:lpstr>Arial</vt:lpstr>
      <vt:lpstr>Arial Black</vt:lpstr>
      <vt:lpstr>Calibri</vt:lpstr>
      <vt:lpstr>Algerian</vt:lpstr>
      <vt:lpstr>Microsoft YaHei UI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Dibran</dc:creator>
  <cp:lastModifiedBy>Munang</cp:lastModifiedBy>
  <cp:revision>6</cp:revision>
  <dcterms:created xsi:type="dcterms:W3CDTF">2026-03-02T15:55:17Z</dcterms:created>
  <dcterms:modified xsi:type="dcterms:W3CDTF">2026-03-05T10:53:39Z</dcterms:modified>
</cp:coreProperties>
</file>